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Lato" panose="020F0502020204030204" pitchFamily="34" charset="0"/>
      <p:regular r:id="rId16"/>
      <p:bold r:id="rId17"/>
      <p:italic r:id="rId18"/>
      <p:boldItalic r:id="rId19"/>
    </p:embeddedFont>
    <p:embeddedFont>
      <p:font typeface="Poppins" panose="020B0502040204020203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584988" y="1991879"/>
            <a:ext cx="7022021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GEIT 3351 - Principles of Software Engineering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720578" y="2508944"/>
            <a:ext cx="6750843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PMU Bank of Clothes</a:t>
            </a:r>
            <a:endParaRPr dirty="0"/>
          </a:p>
        </p:txBody>
      </p:sp>
      <p:sp>
        <p:nvSpPr>
          <p:cNvPr id="87" name="Google Shape;87;p13"/>
          <p:cNvSpPr/>
          <p:nvPr/>
        </p:nvSpPr>
        <p:spPr>
          <a:xfrm>
            <a:off x="5619750" y="3655665"/>
            <a:ext cx="9525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087145" y="4018675"/>
            <a:ext cx="601770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Online Website for Donation Management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4510084" y="4619203"/>
            <a:ext cx="3171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Spring 2025-2026 Course Project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0" y="2118419"/>
            <a:ext cx="12192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PART 01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0" y="245358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Project Overview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38312"/>
            <a:ext cx="5048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INTRODUCTION &amp; PURPOSE</a:t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762000" y="571500"/>
            <a:ext cx="47625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762000" y="2642592"/>
            <a:ext cx="530066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Bridging the Gap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762000" y="2918817"/>
            <a:ext cx="50482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PMU Bank of Clothes is a centralized platform designed to facilitate the collection and distribution of clothing within the university community.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762000" y="4114800"/>
            <a:ext cx="50482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By digitizing the process, we provide an efficient, secure, and transparent way for donors to give and students to receive what they need.</a:t>
            </a:r>
            <a:endParaRPr/>
          </a:p>
        </p:txBody>
      </p:sp>
      <p:pic>
        <p:nvPicPr>
          <p:cNvPr id="109" name="Google Shape;10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738312"/>
            <a:ext cx="504825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465040"/>
            <a:ext cx="3365450" cy="2832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465040"/>
            <a:ext cx="3365450" cy="2832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465040"/>
            <a:ext cx="3365599" cy="283264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SYSTEM STAKEHOLDERS</a:t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762000" y="571500"/>
            <a:ext cx="47625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1143000" y="3617565"/>
            <a:ext cx="273362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PMU Students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1143000" y="4093815"/>
            <a:ext cx="26034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Primary users who can browse available inventory and request clothing items based on need.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4794200" y="3617565"/>
            <a:ext cx="273362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External Donors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4794200" y="4093815"/>
            <a:ext cx="26034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Visitors and university staff who wish to contribute gently used items to the bank.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445400" y="3617565"/>
            <a:ext cx="273377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System Admins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8445400" y="4093815"/>
            <a:ext cx="26035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Authorized staff who approve donations, manage stock levels, and generate reports.</a:t>
            </a:r>
            <a:endParaRPr/>
          </a:p>
        </p:txBody>
      </p:sp>
      <p:pic>
        <p:nvPicPr>
          <p:cNvPr id="126" name="Google Shape;12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43000" y="293176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94200" y="293176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45400" y="2931765"/>
            <a:ext cx="5715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FUNCTIONAL REQUIREMENTS</a:t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762000" y="571500"/>
            <a:ext cx="47625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1190625" y="2494954"/>
            <a:ext cx="4619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Registration: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Secure account creation for all users.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1190625" y="3020615"/>
            <a:ext cx="46196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Authentication: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Secure login and session management.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1190625" y="3881437"/>
            <a:ext cx="46196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Donation Entry: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Submission forms for item drop-offs.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1190625" y="4742259"/>
            <a:ext cx="4619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Inventory: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Real-time visual catalog browsing.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810375" y="2494954"/>
            <a:ext cx="4619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Search: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Filtering items by type, size, and category.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810375" y="3020615"/>
            <a:ext cx="4619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Admin Approval: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Dashboard for item verification.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810375" y="3546276"/>
            <a:ext cx="46196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Request System: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Simple "one-click" request workflow.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810375" y="4407098"/>
            <a:ext cx="46196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Reporting: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Status tracking for donors and students.</a:t>
            </a:r>
            <a:endParaRPr/>
          </a:p>
        </p:txBody>
      </p:sp>
      <p:pic>
        <p:nvPicPr>
          <p:cNvPr id="144" name="Google Shape;14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53305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05871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9195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78035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533054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05871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58437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4445198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465040"/>
            <a:ext cx="3365450" cy="2832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465040"/>
            <a:ext cx="3365450" cy="2832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465040"/>
            <a:ext cx="3365599" cy="283264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NON-FUNCTIONAL STANDARDS</a:t>
            </a: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762000" y="571500"/>
            <a:ext cx="47625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1143000" y="3617565"/>
            <a:ext cx="273362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Security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1143000" y="4093815"/>
            <a:ext cx="26034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Protection of user data and strict role-based access control for admin pages.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4794200" y="3617565"/>
            <a:ext cx="273362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Performance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4794200" y="4093815"/>
            <a:ext cx="26034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Optimized image loading for the inventory grid to ensure smooth browsing.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8445400" y="3617565"/>
            <a:ext cx="273377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Usability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8445400" y="4093815"/>
            <a:ext cx="260359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Clean, minimalist interface following modern UI/UX principles for PMU users.</a:t>
            </a:r>
            <a:endParaRPr/>
          </a:p>
        </p:txBody>
      </p:sp>
      <p:pic>
        <p:nvPicPr>
          <p:cNvPr id="168" name="Google Shape;168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43000" y="293176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94200" y="293176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45400" y="293176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0" y="2118419"/>
            <a:ext cx="12192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PART 02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0" y="2453580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System Design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952500" y="571500"/>
            <a:ext cx="46005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SYSTEM ARCHITECTURE</a:t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762000" y="571500"/>
            <a:ext cx="47625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762000" y="2833985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3-Tier Model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762000" y="3110210"/>
            <a:ext cx="45720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Our platform utilizes a Client-Server architecture. The Express.js backend acts as the bridge between the browser and the database layer.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762000" y="4258567"/>
            <a:ext cx="4572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ensures that logic is centralized while the frontend remains lightweight and fast.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103EDD-7195-FD1F-E960-C11CEE2E2A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2" y="833437"/>
            <a:ext cx="5047619" cy="49733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954833"/>
            <a:ext cx="5048250" cy="1853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787253"/>
            <a:ext cx="5048250" cy="218836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STRUCTURAL DESIGN</a:t>
            </a:r>
            <a:endParaRPr/>
          </a:p>
        </p:txBody>
      </p:sp>
      <p:sp>
        <p:nvSpPr>
          <p:cNvPr id="198" name="Google Shape;198;p21"/>
          <p:cNvSpPr/>
          <p:nvPr/>
        </p:nvSpPr>
        <p:spPr>
          <a:xfrm>
            <a:off x="762000" y="571500"/>
            <a:ext cx="47625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1047750" y="3240583"/>
            <a:ext cx="47005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UML Modeling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1047750" y="3516808"/>
            <a:ext cx="44767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Classes like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User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ClothingItem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and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Donation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define the Object-Oriented structure, ensuring encapsulation and clear relations.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6667500" y="3073003"/>
            <a:ext cx="47005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Database ER Schema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6667500" y="3349228"/>
            <a:ext cx="447675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relational schema using Primary and Foreign keys connects users to their activities, maintaining strict data integrity across the platform.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38312"/>
            <a:ext cx="5048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FIGMA PROTOTYPE</a:t>
            </a:r>
            <a:endParaRPr/>
          </a:p>
        </p:txBody>
      </p:sp>
      <p:sp>
        <p:nvSpPr>
          <p:cNvPr id="210" name="Google Shape;210;p22"/>
          <p:cNvSpPr/>
          <p:nvPr/>
        </p:nvSpPr>
        <p:spPr>
          <a:xfrm>
            <a:off x="762000" y="571500"/>
            <a:ext cx="47625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762000" y="2810172"/>
            <a:ext cx="530066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User Experience Flow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762000" y="3086397"/>
            <a:ext cx="5048250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high-fidelity mockup was developed to map out the entire user journey</a:t>
            </a:r>
            <a:r>
              <a:rPr lang="en-US" sz="165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from the landing page to the administrative inventory tables using the tool Figma.</a:t>
            </a:r>
            <a:endParaRPr dirty="0"/>
          </a:p>
        </p:txBody>
      </p:sp>
      <p:sp>
        <p:nvSpPr>
          <p:cNvPr id="213" name="Google Shape;213;p22"/>
          <p:cNvSpPr txBox="1"/>
          <p:nvPr/>
        </p:nvSpPr>
        <p:spPr>
          <a:xfrm>
            <a:off x="762000" y="4282380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design focuses on a clean, grid-based layout that simplifies the complex task of inventory management.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4867AC-07AF-B530-3730-3554034C1A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267" y="1406842"/>
            <a:ext cx="5626608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738312"/>
            <a:ext cx="5048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DEVELOPMENT &amp; CODE</a:t>
            </a:r>
            <a:endParaRPr/>
          </a:p>
        </p:txBody>
      </p:sp>
      <p:sp>
        <p:nvSpPr>
          <p:cNvPr id="222" name="Google Shape;222;p23"/>
          <p:cNvSpPr/>
          <p:nvPr/>
        </p:nvSpPr>
        <p:spPr>
          <a:xfrm>
            <a:off x="762000" y="571500"/>
            <a:ext cx="47625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 txBox="1"/>
          <p:nvPr/>
        </p:nvSpPr>
        <p:spPr>
          <a:xfrm>
            <a:off x="762000" y="3008114"/>
            <a:ext cx="530066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Implementation Details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762000" y="3284339"/>
            <a:ext cx="50482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"Create Account" feature was implemented using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Node.js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Express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It features server-side validation for PMU emails.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762000" y="4480321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Public Repository Hosted on GitHub</a:t>
            </a:r>
            <a:endParaRPr/>
          </a:p>
        </p:txBody>
      </p:sp>
      <p:pic>
        <p:nvPicPr>
          <p:cNvPr id="226" name="Google Shape;22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738312"/>
            <a:ext cx="5048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527946"/>
            <a:ext cx="161925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4"/>
          <p:cNvSpPr txBox="1"/>
          <p:nvPr/>
        </p:nvSpPr>
        <p:spPr>
          <a:xfrm>
            <a:off x="495300" y="1541264"/>
            <a:ext cx="11201400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Thank You!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762000" y="2402234"/>
            <a:ext cx="10668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PMU Bank of Clothes - Course Project</a:t>
            </a:r>
            <a:endParaRPr/>
          </a:p>
        </p:txBody>
      </p:sp>
      <p:sp>
        <p:nvSpPr>
          <p:cNvPr id="235" name="Google Shape;235;p24"/>
          <p:cNvSpPr/>
          <p:nvPr/>
        </p:nvSpPr>
        <p:spPr>
          <a:xfrm>
            <a:off x="5143500" y="4642246"/>
            <a:ext cx="1905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4"/>
          <p:cNvSpPr txBox="1"/>
          <p:nvPr/>
        </p:nvSpPr>
        <p:spPr>
          <a:xfrm>
            <a:off x="762000" y="5042296"/>
            <a:ext cx="10668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Principles of Software Engineering | GEIT 3351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 txBox="1"/>
          <p:nvPr/>
        </p:nvSpPr>
        <p:spPr>
          <a:xfrm>
            <a:off x="952500" y="571500"/>
            <a:ext cx="110013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45" name="Google Shape;245;p25"/>
          <p:cNvSpPr/>
          <p:nvPr/>
        </p:nvSpPr>
        <p:spPr>
          <a:xfrm>
            <a:off x="762000" y="571500"/>
            <a:ext cx="47625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762000" y="2217539"/>
            <a:ext cx="10668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762000" y="3200400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762000" y="3985170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762000" y="319087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762000" y="319087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762000" y="397564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762000" y="397564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762000" y="4760416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762000" y="4760416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246608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5"/>
          <p:cNvSpPr txBox="1"/>
          <p:nvPr/>
        </p:nvSpPr>
        <p:spPr>
          <a:xfrm>
            <a:off x="1857375" y="2360414"/>
            <a:ext cx="9572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https://media.istockphoto.com/id/1307266201/vector/clothing-donation-box-isolated-on-white-background-charity-donation-second-hand-things.jpg?s=612x612&amp;w=0&amp;k=20&amp;c=ULStKdeqoUyJ5bgIqutV_M2KuoZTYoHZRLMYbz92qog=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1857375" y="2804219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www.istockphoto.com</a:t>
            </a:r>
            <a:endParaRPr/>
          </a:p>
        </p:txBody>
      </p:sp>
      <p:pic>
        <p:nvPicPr>
          <p:cNvPr id="258" name="Google Shape;258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34982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 txBox="1"/>
          <p:nvPr/>
        </p:nvSpPr>
        <p:spPr>
          <a:xfrm>
            <a:off x="1857375" y="3343275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https://cdn.processon.io/admin/knowledge/article_content_img/67ecf9cf45b96a5aedca958c.png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1857375" y="3588990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www.processon.io</a:t>
            </a:r>
            <a:endParaRPr/>
          </a:p>
        </p:txBody>
      </p:sp>
      <p:pic>
        <p:nvPicPr>
          <p:cNvPr id="264" name="Google Shape;264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14156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/>
          <p:nvPr/>
        </p:nvSpPr>
        <p:spPr>
          <a:xfrm>
            <a:off x="1857374" y="4168005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https://github.blog/wp-content/uploads/2025/04/darklight.png?fit=1600%2C750</a:t>
            </a:r>
            <a:endParaRPr dirty="0"/>
          </a:p>
        </p:txBody>
      </p:sp>
      <p:sp>
        <p:nvSpPr>
          <p:cNvPr id="266" name="Google Shape;266;p25"/>
          <p:cNvSpPr txBox="1"/>
          <p:nvPr/>
        </p:nvSpPr>
        <p:spPr>
          <a:xfrm>
            <a:off x="1857373" y="4386807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 dirty="0" err="1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github.blog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541</Words>
  <Application>Microsoft Office PowerPoint</Application>
  <PresentationFormat>Widescreen</PresentationFormat>
  <Paragraphs>62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Poppins</vt:lpstr>
      <vt:lpstr>Lato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Muaid Mahdi E Aljaroudi</cp:lastModifiedBy>
  <cp:revision>1</cp:revision>
  <dcterms:modified xsi:type="dcterms:W3CDTF">2026-05-08T17:10:51Z</dcterms:modified>
</cp:coreProperties>
</file>